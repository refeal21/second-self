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858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商务汇报视觉参考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77240" y="1645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4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留白、深蓝标题、蓝绿数据强调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21040" y="914400"/>
            <a:ext cx="2834640" cy="4389120"/>
          </a:xfrm>
          <a:prstGeom prst="roundRect">
            <a:avLst>
              <a:gd name="adj" fmla="val 2581"/>
            </a:avLst>
          </a:prstGeom>
          <a:solidFill>
            <a:srgbClr val="EAF1FF"/>
          </a:solidFill>
          <a:ln w="12700">
            <a:solidFill>
              <a:srgbClr val="D8E3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0" y="1920240"/>
            <a:ext cx="1645920" cy="1645920"/>
          </a:xfrm>
          <a:prstGeom prst="ellipse">
            <a:avLst/>
          </a:prstGeom>
          <a:solidFill>
            <a:srgbClr val="14B8A6">
              <a:alpha val="88000"/>
            </a:srgbClr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Digital Twin Workbench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商务汇报视觉参考</dc:title>
  <dc:subject>Deterministic Golden Project visual reference</dc:subject>
  <dc:creator>Digital Twin Workbench</dc:creator>
  <cp:lastModifiedBy>Digital Twin Workbench</cp:lastModifiedBy>
  <cp:revision>1</cp:revision>
  <dcterms:created xsi:type="dcterms:W3CDTF">2026-09-03T02:48:00Z</dcterms:created>
  <dcterms:modified xsi:type="dcterms:W3CDTF">2026-09-03T02:48:00Z</dcterms:modified>
</cp:coreProperties>
</file>